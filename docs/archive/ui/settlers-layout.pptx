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4B60-40A6-331D-85B4-0B464F101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07B91-5997-E6A7-D8F9-46726E51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54E9E-BC19-8095-8795-351F5DDF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C34BB-334D-DCE2-0041-743CC6FF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F4315-0CAB-72AF-46F7-08AAA38C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3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A51A-6BDF-5D5D-C38A-15ED9F40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C1B0-41E4-C0EA-78B7-7535013D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696BD-5F23-19DA-6E92-81C690FE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53E4-4AC7-5C78-F063-0FEABDBC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D771-14E0-66A1-8FFF-D2542356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5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C87D-1146-64B8-1C03-CD4FEFD7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678B9-D13C-EA2D-BCEB-D2617D803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60DA-9FA4-EFFF-8190-749855E3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C60C8-D9A6-432A-B471-F37DDB61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0A66-B58F-A2DF-84CF-22B3CE92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4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B4AC-5C57-C2EC-187E-A1ECB7CB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1A5A-6DE3-D1BF-816C-44A7A70F4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4A204-456B-94BB-0756-EBF8E0DB3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72863-EDAB-F508-F0C9-10CEABA6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E1BFD-180A-12F3-28D7-B55DD8BB0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00CB0-5AED-0BBD-C03D-008DA0D8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6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35F7-D029-35A4-9E89-9CFFA107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165FF-C9C4-6A7B-C0B1-8D189D137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77DAF-4C11-4A50-ECB0-AE66CE9CC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2AEDE-B4BE-C692-D25F-8BC68AE3B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FB83A-C0D6-F040-6A8D-40B458B43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2A59B-F5AF-4A6D-7B93-90B1EE33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13C36-3DBF-2B7B-EBE6-C936B8B9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472CF-0151-E7F9-DEBD-F292CA97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0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AB04-9CEA-F146-A5ED-D3EA5C6E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35F70-4B09-FF92-C107-ED9D1A02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857E-4F5A-C102-2AD1-13FD97A3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60564-DCBA-BA3F-0DDC-1BE8BAD5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1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B23E8-7953-C93F-2782-BB24EE0F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A124E-28E2-1826-31FD-D9C18B14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6F040-4B8A-EEE7-CCC5-44F27607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8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068B-7C5E-B178-CA97-39FEDE12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376A-973F-A362-7778-8473AA814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F8F3C-45A2-BA3F-8254-3D30B32C8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F07DE-715E-0065-9995-E4F144D1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D68D1-4C4E-35B2-7A6F-0D300E53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9632B-FF34-C3F0-F5BC-0C3A4E23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0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3F94-8D5F-1E1E-50C3-E0B430E5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B2077-3A67-076A-B9B9-BA19057B9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5C81-8154-E522-1251-71FB16274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2A477-CD93-8060-3CF5-85FA7927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DCF42-8120-F1B6-E300-F42B4D9C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23A2F-CE9B-DA5A-186D-9DD4C7E4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5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8D22-57C0-15A4-6C9E-0E444E57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0521C-2BEF-2259-7686-123920459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CF901-D545-D408-0AF9-6E477FEC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EA800-8A28-3612-3F5E-0033FF5F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53B3-BF4B-222B-76B4-9D93097D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6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49890-87B9-FB30-8107-AEF721898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55216-6D5C-A40E-B84B-EC67A4C1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85D7-E7C8-AD5F-E393-1D92E248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86FC1-95E1-EBFF-A882-E2B2D271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22D5C-F937-9E27-EA4D-994DD974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8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683EA-5A36-C454-7495-C62A803E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3F0E-226F-D7EA-2B6E-ABA815DF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F7F95-2FD4-0B73-7139-DF54B8CA1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A455-ADC1-4F70-AED5-3B257070C59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B9AEE-62A1-3B85-E6A4-B9393626A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FF919-3D44-C57F-EA43-21BEE5E8E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7C215-D4EA-485E-8C67-BEEA59A7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8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AD356B-1952-4B9A-E169-156C6055BD36}"/>
              </a:ext>
            </a:extLst>
          </p:cNvPr>
          <p:cNvSpPr/>
          <p:nvPr/>
        </p:nvSpPr>
        <p:spPr>
          <a:xfrm>
            <a:off x="166527" y="6273771"/>
            <a:ext cx="4240227" cy="4693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018B1-B6B9-AB0A-11A2-6549EF3F5C63}"/>
              </a:ext>
            </a:extLst>
          </p:cNvPr>
          <p:cNvSpPr/>
          <p:nvPr/>
        </p:nvSpPr>
        <p:spPr>
          <a:xfrm>
            <a:off x="153580" y="5644615"/>
            <a:ext cx="4240227" cy="4693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0132F-D99E-E0A6-C2DE-A1CCAE8FBC16}"/>
              </a:ext>
            </a:extLst>
          </p:cNvPr>
          <p:cNvSpPr/>
          <p:nvPr/>
        </p:nvSpPr>
        <p:spPr>
          <a:xfrm>
            <a:off x="4602851" y="5643266"/>
            <a:ext cx="2064817" cy="10984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Progress</a:t>
            </a:r>
          </a:p>
          <a:p>
            <a:pPr algn="ctr"/>
            <a:r>
              <a:rPr lang="en-US" dirty="0"/>
              <a:t>Cards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31B4F-AC51-9438-06F5-515E17B64FFC}"/>
              </a:ext>
            </a:extLst>
          </p:cNvPr>
          <p:cNvSpPr/>
          <p:nvPr/>
        </p:nvSpPr>
        <p:spPr>
          <a:xfrm>
            <a:off x="7785248" y="6432578"/>
            <a:ext cx="818644" cy="3081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E81F5-56CA-38AB-5E7E-BB79CA58D67D}"/>
              </a:ext>
            </a:extLst>
          </p:cNvPr>
          <p:cNvSpPr/>
          <p:nvPr/>
        </p:nvSpPr>
        <p:spPr>
          <a:xfrm>
            <a:off x="8794224" y="6433589"/>
            <a:ext cx="818644" cy="3081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F44F3-29C5-2DD2-0C29-A28D8E504531}"/>
              </a:ext>
            </a:extLst>
          </p:cNvPr>
          <p:cNvSpPr/>
          <p:nvPr/>
        </p:nvSpPr>
        <p:spPr>
          <a:xfrm>
            <a:off x="7832620" y="5803422"/>
            <a:ext cx="1780248" cy="4693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AEBE7-55B9-3A5A-A08B-7178161C29B8}"/>
              </a:ext>
            </a:extLst>
          </p:cNvPr>
          <p:cNvSpPr/>
          <p:nvPr/>
        </p:nvSpPr>
        <p:spPr>
          <a:xfrm>
            <a:off x="7832620" y="5172917"/>
            <a:ext cx="1780248" cy="4693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Debug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1E5D35-F279-147D-1A0F-6E152AB554E6}"/>
              </a:ext>
            </a:extLst>
          </p:cNvPr>
          <p:cNvSpPr/>
          <p:nvPr/>
        </p:nvSpPr>
        <p:spPr>
          <a:xfrm>
            <a:off x="9988808" y="4086225"/>
            <a:ext cx="2203192" cy="2771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AB1BC-753C-CB2E-BCFC-24AECB47278F}"/>
              </a:ext>
            </a:extLst>
          </p:cNvPr>
          <p:cNvSpPr/>
          <p:nvPr/>
        </p:nvSpPr>
        <p:spPr>
          <a:xfrm>
            <a:off x="107650" y="90025"/>
            <a:ext cx="778175" cy="3290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 - 3D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C222C0-8B18-0615-B35B-8D5A7D360814}"/>
              </a:ext>
            </a:extLst>
          </p:cNvPr>
          <p:cNvSpPr/>
          <p:nvPr/>
        </p:nvSpPr>
        <p:spPr>
          <a:xfrm>
            <a:off x="9988808" y="0"/>
            <a:ext cx="2203192" cy="38576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Status</a:t>
            </a:r>
          </a:p>
          <a:p>
            <a:pPr algn="ctr"/>
            <a:r>
              <a:rPr lang="en-US" dirty="0"/>
              <a:t>Player Panels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D85F75-CE5F-5447-B0BD-DA711BC54F75}"/>
              </a:ext>
            </a:extLst>
          </p:cNvPr>
          <p:cNvSpPr/>
          <p:nvPr/>
        </p:nvSpPr>
        <p:spPr>
          <a:xfrm>
            <a:off x="9988808" y="244530"/>
            <a:ext cx="2203192" cy="910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Player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566A85-3481-1E64-F587-7B8C460EB8EC}"/>
              </a:ext>
            </a:extLst>
          </p:cNvPr>
          <p:cNvSpPr/>
          <p:nvPr/>
        </p:nvSpPr>
        <p:spPr>
          <a:xfrm>
            <a:off x="9988808" y="1138785"/>
            <a:ext cx="2203192" cy="910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Player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117AB5-ED61-5D0F-0978-EA9DC35035C1}"/>
              </a:ext>
            </a:extLst>
          </p:cNvPr>
          <p:cNvSpPr/>
          <p:nvPr/>
        </p:nvSpPr>
        <p:spPr>
          <a:xfrm>
            <a:off x="9988808" y="2037255"/>
            <a:ext cx="2203192" cy="910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Player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AA1302-CA8D-6233-3930-A633144D8E4E}"/>
              </a:ext>
            </a:extLst>
          </p:cNvPr>
          <p:cNvSpPr/>
          <p:nvPr/>
        </p:nvSpPr>
        <p:spPr>
          <a:xfrm>
            <a:off x="9988808" y="2947440"/>
            <a:ext cx="2203192" cy="910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Player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72481-CBF7-AB72-738B-3CA4D880CDAC}"/>
              </a:ext>
            </a:extLst>
          </p:cNvPr>
          <p:cNvSpPr/>
          <p:nvPr/>
        </p:nvSpPr>
        <p:spPr>
          <a:xfrm>
            <a:off x="9988808" y="15930"/>
            <a:ext cx="2203192" cy="21267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9DE374-3249-BF48-88D9-63C1E046C6A7}"/>
              </a:ext>
            </a:extLst>
          </p:cNvPr>
          <p:cNvSpPr/>
          <p:nvPr/>
        </p:nvSpPr>
        <p:spPr>
          <a:xfrm>
            <a:off x="9988808" y="3942337"/>
            <a:ext cx="704850" cy="1438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420778-6ABE-3E63-E4F5-10CC46AD6702}"/>
              </a:ext>
            </a:extLst>
          </p:cNvPr>
          <p:cNvSpPr/>
          <p:nvPr/>
        </p:nvSpPr>
        <p:spPr>
          <a:xfrm>
            <a:off x="10782300" y="3942337"/>
            <a:ext cx="704850" cy="1438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1E57D2-9796-1203-75D0-047917519E24}"/>
              </a:ext>
            </a:extLst>
          </p:cNvPr>
          <p:cNvSpPr/>
          <p:nvPr/>
        </p:nvSpPr>
        <p:spPr>
          <a:xfrm>
            <a:off x="11487150" y="3942337"/>
            <a:ext cx="704850" cy="1438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Stats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8B05B408-5267-3DDF-1CDA-82DBB323F135}"/>
              </a:ext>
            </a:extLst>
          </p:cNvPr>
          <p:cNvSpPr/>
          <p:nvPr/>
        </p:nvSpPr>
        <p:spPr>
          <a:xfrm>
            <a:off x="1762125" y="419100"/>
            <a:ext cx="5895975" cy="5064348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BOARD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62DD82D0-4169-9484-F6C8-F031121B3369}"/>
              </a:ext>
            </a:extLst>
          </p:cNvPr>
          <p:cNvSpPr/>
          <p:nvPr/>
        </p:nvSpPr>
        <p:spPr>
          <a:xfrm>
            <a:off x="290512" y="622791"/>
            <a:ext cx="1209675" cy="1063848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Barbarian</a:t>
            </a:r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12B872B6-678F-7902-BFBC-455A4B1BB524}"/>
              </a:ext>
            </a:extLst>
          </p:cNvPr>
          <p:cNvSpPr/>
          <p:nvPr/>
        </p:nvSpPr>
        <p:spPr>
          <a:xfrm>
            <a:off x="1238250" y="1154715"/>
            <a:ext cx="1209675" cy="1063848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Barbarian</a:t>
            </a:r>
          </a:p>
        </p:txBody>
      </p:sp>
    </p:spTree>
    <p:extLst>
      <p:ext uri="{BB962C8B-B14F-4D97-AF65-F5344CB8AC3E}">
        <p14:creationId xmlns:p14="http://schemas.microsoft.com/office/powerpoint/2010/main" val="29399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</dc:creator>
  <cp:lastModifiedBy>Dan M</cp:lastModifiedBy>
  <cp:revision>6</cp:revision>
  <dcterms:created xsi:type="dcterms:W3CDTF">2025-12-06T23:55:25Z</dcterms:created>
  <dcterms:modified xsi:type="dcterms:W3CDTF">2025-12-07T00:57:52Z</dcterms:modified>
</cp:coreProperties>
</file>